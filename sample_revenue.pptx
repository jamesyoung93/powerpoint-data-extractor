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by quarter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Product 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15</c:v>
                </c:pt>
                <c:pt idx="2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B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11</c:v>
                </c:pt>
                <c:pt idx="2">
                  <c:v>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USD millions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data only. Calendar quarters.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product revenue (USD millions)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18872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Territory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