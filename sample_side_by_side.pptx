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East revenue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West revenue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828800"/>
          <a:ext cx="41148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